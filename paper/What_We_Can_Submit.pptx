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Submit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distinct, independently submittable outputs from the work done so far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9525">
            <a:solidFill>
              <a:srgbClr val="DCE1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426464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empirical paper — “Gates Pass, Code Fails”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902952" y="14447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5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COMPLETE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1901952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3-gate LLM-judge pipeline (RSS, SFV, FSA+groundedness) benchmarked on 10 LLMs across 3 real SRS+code case studies: 496 suites, 4,058 tests. Finding: gate-passing is a weak proxy for real correctness — 18% audit-vs-execution agreement, only 1–2 of 148–315 tests pass execution, 49% of suites hallucinate. 7-page IEEEtran draft already written and compiled.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2743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venues:  </a:t>
            </a:r>
            <a:pPr indent="0" marL="0">
              <a:buNone/>
            </a:pPr>
            <a:r>
              <a:rPr lang="en-US" sz="10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ICST, ISSTA, ASE (research or NIER track), ICSE-SEIP; journal option: STVR or Empirical Software Engineering (EMSE)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3209544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Taxonomy / SLR paper — test-case representation catalog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902952" y="32278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5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HAND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685032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SLR behind Gate 1: 412 candidates → 328 deduplicated → 95 screened → 30 final papers, each anchoring one of 30 test-case representations across 8 dimensions grouped into 6 paradigms, validated via dual-screened inter-rater reliability. Currently folded into Paper 1 as motivation — substantial enough to stand alone.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45262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venues:  </a:t>
            </a:r>
            <a:pPr indent="0" marL="0">
              <a:buNone/>
            </a:pPr>
            <a:r>
              <a:rPr lang="en-US" sz="10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EASE, Information and Software Technology (IST), Journal of Systems and Software (JSS)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4992624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dataset + pipeline artifact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902952" y="50109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5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HAND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5468112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tcgen 3-gate pipeline and the full benchmark dataset — 496 suites / 4,058 test cases across 10 models × 3 projects, with suite-level SFV, FSA, groundedness, and execution results — as a citable, reusable artifact alongside Paper 1.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630936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venues:  </a:t>
            </a:r>
            <a:pPr indent="0" marL="0">
              <a:buNone/>
            </a:pPr>
            <a:r>
              <a:rPr lang="en-US" sz="10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 Data Showcase track, ICSE/FSE/ASE Tool Demonstrations, or an Artifact Evaluation (available/reusable badge) submission paired with Paper 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Submit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9525">
            <a:solidFill>
              <a:srgbClr val="DCE1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426464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NIER / vision short paper — closing the validity gap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902952" y="14447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5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SCOPING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1901952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2–4 page new-ideas paper built directly on Paper 1's finding: since LLM-judge gates substantially overestimate correctness, propose formal dependency→representation mapping rules (project phase 3) and a re-test (phase 4) as the fix, positioned as the next step rather than a finished result.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2743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venues:  </a:t>
            </a:r>
            <a:pPr indent="0" marL="0">
              <a:buNone/>
            </a:pPr>
            <a:r>
              <a:rPr lang="en-US" sz="10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ICSE NIER track, ASE NIER track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3209544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/ student version of Paper 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902952" y="32278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5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SUBMIT NOW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685032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condensed 4–6 page cut of the full paper for a lower-stakes, faster venue — good for early visibility and feedback before committing to a full conference cycle. Can be produced today by trimming the existing draft; no new data or writing required.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45262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venues:  </a:t>
            </a:r>
            <a:pPr indent="0" marL="0">
              <a:buNone/>
            </a:pPr>
            <a:r>
              <a:rPr lang="en-US" sz="10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IIIT-H research symposium / student research day, a national student conference, or a workshop co-located with a larger SE venue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91672" cy="0"/>
          </a:xfrm>
          <a:prstGeom prst="line">
            <a:avLst/>
          </a:prstGeom>
          <a:noFill/>
          <a:ln w="9525">
            <a:solidFill>
              <a:srgbClr val="DCE1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285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order: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1 to a testing conference as the flagship; pair it with 3 as an artifact submission; spin out 2 separately once 1 is out the door; use 5 for early feedback if a low-stakes deadline comes up sooner; treat 4 as optional, once phase 3 has enough shape to pitch.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SERC, IIIT Hyderabad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We Can Submit</dc:title>
  <dc:subject>PptxGenJS Presentation</dc:subject>
  <dc:creator>Poojitha J</dc:creator>
  <cp:lastModifiedBy>Poojitha J</cp:lastModifiedBy>
  <cp:revision>1</cp:revision>
  <dcterms:created xsi:type="dcterms:W3CDTF">2026-10-29T02:15:10Z</dcterms:created>
  <dcterms:modified xsi:type="dcterms:W3CDTF">2026-10-29T02:15:10Z</dcterms:modified>
</cp:coreProperties>
</file>